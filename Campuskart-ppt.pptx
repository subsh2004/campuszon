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65A91-63CD-FC7B-2278-64A218922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5548D-87DD-0612-4203-1B5C1D15F9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72C41-D3FB-6767-561E-1EB30F572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AC2DD-1FAF-D330-8355-BC900FB28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97BF5-6603-6535-6289-58B31CBD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910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9F9CF-C9B5-2B8D-8E11-5FD10A3A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913A-9F8D-F9B0-4AC5-B04B05A6D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C4477-EC9B-BF42-8BBB-CFC89B1B7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FB9EC-8F24-6FFE-B622-92CF70162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431121-15EF-A98C-D35B-96CB14FD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12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78845-82EE-ED91-5713-E31AB9078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BEC44-7B26-931F-D78E-5B49D9A0D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BEF89-63CF-A381-9DC1-CFCFD02EA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884A2-5F52-47C8-9C5F-5EAECDEAE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307C74-5494-8A4F-610B-44FC8764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088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40517-D4BC-E8AE-6FB5-DEF2B57F9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36BA4-4773-9FA0-509E-3C9CDECC2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9027E-08CA-B88D-C6C3-1A98CF264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3067B-55FD-0FC2-8158-8EF1BAD4C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2559A-30F0-676A-8A46-3DE041A82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41C7F-3924-E7BD-84E7-8948BC65C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0223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C88D0-1069-200F-D338-F80EC6F0E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D5E9E-3CB6-E8DE-957E-CD0348F17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8D5DD-4BAB-1CF8-36DF-63AD44684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11DE8B-4E70-1F16-FF9C-A74AD9F70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99DC6F-E208-3E92-8D63-39C08A0E8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C7836E-6CAF-B1BD-93A9-32EC2279E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36F5D3-0C80-8310-3FBF-6E37DE5E5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B0C278-5B0C-AEA8-8711-9B53EC16F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207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9C9CD-655A-F7E7-3F93-8C24A088D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14786-007B-589A-379F-0D9D798F5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DD24B6-D7E5-57FD-0E1E-01EEEE2FF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4894B-0B78-FBBA-ED8F-F1D5AC6E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7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595FDE-E1CD-9470-612D-6D7ABDAF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E5C55E-6A04-A798-E661-F179A1782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DA1C0-0414-FDF9-3412-62F3C6B8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6148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64B93-0B95-5641-C231-F9BBB1E0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10CD6-2DD5-EFF1-4D06-238918252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1C6E78-F3B9-733A-346E-197A17B08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1BBF06-ACBE-3C94-2295-59EEC9B87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0C8BD8-B905-FBFC-1BA8-2FD5C5FC8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CC83F-CE79-9E1A-06B5-88684559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53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7006-5336-461F-02AB-91EFB6FC3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153EB1-DFBD-18B1-7B86-8B808343A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46D1B9-F7B1-11CA-4A43-38DA87B6B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77B237-E8E9-E244-36E2-5BC5E487D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4AC6A-24AA-585D-8969-645794E1E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94AEFB-4672-CF17-E835-DBB7B17C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812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64F9F-40C7-FDC8-AAB6-80AB24274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2ABE73-4D0D-1198-04E3-E0C7D0BCD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B001B-6ECA-E4D7-3654-8A95F552F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799CB-3F94-14F4-EFA6-9310DACB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10D0E-B72C-E13A-4438-847FAF34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787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9AC21-3897-2C31-190F-9CB9D1D944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8056A-10C4-2A2F-05D5-E279852C4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E2E10-31E1-ABCF-3175-5A6AB07B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B7C14-66A1-BE56-030D-79F9DCAE7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325E7-BBFD-D473-D343-231CA4440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0972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C8A8F-AFF7-0E7B-2108-5E25659C7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EB4DF-A253-F00E-2DC7-1DBF88B60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7818F-818B-D804-ED68-8E688E7C3A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C86F40-9948-45A2-B4F2-A3F0EBA9206C}" type="datetimeFigureOut">
              <a:rPr lang="en-IN" smtClean="0"/>
              <a:t>23-10-2025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1390D-E1F6-ADF2-D87F-887CD0B08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16AEF-A228-E93F-243F-F4D370419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DECF0-D421-4638-9AE6-B0E0A1CDFE4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164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2A0C65-1E08-41B2-3B11-80C911C90C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675C82-1256-1159-A4CC-E7C1E923A2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818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9FEEAA-A682-16BB-998E-C98534BFF8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6" r="-1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86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0C28A2-7D3A-B6BC-7ABE-D61D73C57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1847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EFE8BB-39F9-E4E0-D8A1-3B30FBE832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82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499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1EAB641-9899-4164-AC47-DD185710E4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499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49B1C2-95F0-CCC0-E986-4F05120C8A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86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6B1E4A-31E8-1CA6-CF62-05A87CCFED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30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4EE29A-0EE7-F06F-542C-07A6688439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590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7D212F-6B08-72D2-D4DC-319AE0E516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5550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108FE2-4D85-DB3A-55AC-99ECB27DC5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96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434913-3454-56C4-9A04-1569F6A915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04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54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1B9283-153D-2322-C7BD-771D0FEB6A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1" r="2083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549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Subham Sharma</dc:creator>
  <cp:lastModifiedBy>Subham Sharma</cp:lastModifiedBy>
  <cp:revision>1</cp:revision>
  <dcterms:created xsi:type="dcterms:W3CDTF">2025-10-23T05:57:52Z</dcterms:created>
  <dcterms:modified xsi:type="dcterms:W3CDTF">2025-10-23T06:05:22Z</dcterms:modified>
</cp:coreProperties>
</file>